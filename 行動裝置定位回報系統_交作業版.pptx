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行動裝置定位回報系統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行動通訊課程期末專題</a:t>
            </a:r>
          </a:p>
          <a:p>
            <a:r>
              <a:t>學生作品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研究動機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智慧型手機普及</a:t>
            </a:r>
          </a:p>
          <a:p>
            <a:r>
              <a:t>即時定位需求提升</a:t>
            </a:r>
          </a:p>
          <a:p>
            <a:r>
              <a:t>傳統回報方式效率不足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專題目標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即時取得定位資訊</a:t>
            </a:r>
          </a:p>
          <a:p>
            <a:r>
              <a:t>減少人工回報錯誤</a:t>
            </a:r>
          </a:p>
          <a:p>
            <a:r>
              <a:t>提升管理效率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問題分析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人工回報不即時</a:t>
            </a:r>
          </a:p>
          <a:p>
            <a:r>
              <a:t>資料容易錯誤</a:t>
            </a:r>
          </a:p>
          <a:p>
            <a:r>
              <a:t>管理者難以即時掌握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系統功能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GPS 定位</a:t>
            </a:r>
          </a:p>
          <a:p>
            <a:r>
              <a:t>定位資料即時回傳</a:t>
            </a:r>
          </a:p>
          <a:p>
            <a:r>
              <a:t>地圖顯示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創新說明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自動定位回報</a:t>
            </a:r>
          </a:p>
          <a:p>
            <a:r>
              <a:t>結合行動與通訊</a:t>
            </a:r>
          </a:p>
          <a:p>
            <a:r>
              <a:t>即時資料呈現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系統流程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使用者開啟系統</a:t>
            </a:r>
          </a:p>
          <a:p>
            <a:r>
              <a:t>取得 GPS</a:t>
            </a:r>
          </a:p>
          <a:p>
            <a:r>
              <a:t>資料回傳伺服器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應用情境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外勤人員打卡</a:t>
            </a:r>
          </a:p>
          <a:p>
            <a:r>
              <a:t>校園安全管理</a:t>
            </a:r>
          </a:p>
          <a:p>
            <a:r>
              <a:t>物流追蹤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使用技術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JavaScript</a:t>
            </a:r>
          </a:p>
          <a:p>
            <a:r>
              <a:t>HTML / CSS</a:t>
            </a:r>
          </a:p>
          <a:p>
            <a:r>
              <a:t>Geolocation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提升作業效率</a:t>
            </a:r>
          </a:p>
          <a:p>
            <a:r>
              <a:t>降低人為錯誤</a:t>
            </a:r>
          </a:p>
          <a:p>
            <a:r>
              <a:t>具實務應用價值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